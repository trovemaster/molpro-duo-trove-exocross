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F0B76-4CF2-99DC-5F5E-31019C41B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ADFDC4-A106-CC70-36F7-9E6CC0C61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3112D-4031-45B9-BA33-FB3FE32A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A14C0C-6D1B-7566-2CF0-5E2FFE705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022C1-AF02-BEAE-1448-CA1CF1A9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33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D1141-995B-4143-9515-2233575C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584A3-6BD9-2B26-97C1-E8A990746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DF03DC-F8DB-336A-8225-7D8200CB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0A8326-9FEB-BF4C-B681-DF533D9F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6F1D0-0924-89C8-CAC5-74080FEBB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481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E247A-618C-1951-6B9C-F0C7377D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48313A-5016-C1C5-BC17-5C6D1E14C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B4506-63E2-8FA8-27BE-B8095176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20308-9A31-E544-2677-19BF3F70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ECB600-1F34-FC97-4BC7-AA27BCC3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42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2776E-72C7-A8AB-F38A-B3D21FA9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7FDCC9-B36C-605D-F8AC-F9AB2034F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C8AAC-40F6-D29D-FAA8-86744D9BE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21D737-FEFE-B012-6FFC-B39BCC35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A5E0F9-4A41-0365-08A6-7FE9F14D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3AA5B4-0FBE-1E58-A852-A88C424F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75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7D600-48A4-4FFB-E67A-5513636F2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AEE8DD-63AA-5918-AA77-B3DF55AA8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F88822-ABEB-D6F6-2578-8EC18A1BF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5F2896-3675-8C99-DD4E-95EACAC3F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46F1E5-7CFB-C4C9-D8E0-C1C3AC1C5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A1268B-9E39-5133-ADAC-E8CDBB31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4200CE-76EF-FFE0-FC0F-A9A11962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B15BD3-C674-BCFF-8571-1F1B7149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08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043C9-A798-56D8-A895-2C554EF5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121A72-E74D-F839-0B4F-C43E18D0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80016A-2AD0-687D-E453-A7B7C29B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2468C1-3A0B-95CE-8BB9-E864CF6F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40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CB3206-35B0-4A52-34D5-D90ED763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BF8D71-4ED1-B6C6-A329-726891EF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43D877-9CDB-2C8C-80D5-BCCF909E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44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332E1-6A1A-1203-6BA5-07CCD66A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26F165-3315-C74E-7383-C5E60576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F68831-3758-B691-6454-6616F876E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EE8EE-5EA2-93F3-7CDE-95DF2668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3D2884-D4E8-F3FE-5358-B667F455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0E68A5-4958-7B65-AD19-7EF8623D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2240F-F8DB-B763-5378-8B61F7E7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976E7B-4572-CDAE-60BC-AEDEE316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383558-FF42-C56D-E9C4-C3F29CD8E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DDED27-3464-C019-AEEA-A10ECD25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0624C0-2708-83A1-B759-23F4A055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9D0BD6-6765-B617-AA00-5D8C7F9D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6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26A6D-D572-D24C-F936-4FAB1939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170B6E-7213-288A-3C1E-3A3772EE0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9B3A3E-CE50-D660-6F10-7CCB93B1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F2DB1E-433B-9130-A1FC-1C15E6E06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982B9-AC72-EF17-2A4E-4CC8C8E0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82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DD0BF9-A252-2661-6852-E32683315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33E197-CE8F-DFBF-C93F-5C70FAE40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1EA24-996C-A682-6640-6BB9CE40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F514B9-7A7A-4DDB-A9A6-3AF521B3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31AA88-6CDF-914D-AED8-7EEA0B2C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95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AD76AA-1174-A30D-D70B-25479687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264E1D-7F29-7791-4EF3-FBA9A6EBD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32B7E-44DD-9B44-A0A0-7032D0D4B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0B0BF-7324-4BAC-B163-BE7CC993C158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01434B-B8B1-8856-62A6-DFC38D1E5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30DA18-B051-7EDD-CD46-B81B4A38E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1EC2E-7DD7-4913-AB09-B7B180DAF1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45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8B5748EA-71D0-CA5F-29BE-8A801B0E6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841494"/>
              </p:ext>
            </p:extLst>
          </p:nvPr>
        </p:nvGraphicFramePr>
        <p:xfrm>
          <a:off x="2020307" y="747386"/>
          <a:ext cx="7945814" cy="550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74400" imgH="2753280" progId="">
                  <p:embed/>
                </p:oleObj>
              </mc:Choice>
              <mc:Fallback>
                <p:oleObj r:id="rId2" imgW="3974400" imgH="27532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20307" y="747386"/>
                        <a:ext cx="7945814" cy="550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056559-0642-C777-ADB9-0EA4917F766C}"/>
              </a:ext>
            </a:extLst>
          </p:cNvPr>
          <p:cNvSpPr txBox="1"/>
          <p:nvPr/>
        </p:nvSpPr>
        <p:spPr>
          <a:xfrm>
            <a:off x="5201009" y="318782"/>
            <a:ext cx="792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aseline="30000" dirty="0"/>
              <a:t>1</a:t>
            </a:r>
            <a:r>
              <a:rPr lang="en-US" altLang="ko-KR" sz="4000" dirty="0"/>
              <a:t>Pi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37145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6097B661-97F3-16CD-70D5-46D5492293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180274"/>
              </p:ext>
            </p:extLst>
          </p:nvPr>
        </p:nvGraphicFramePr>
        <p:xfrm>
          <a:off x="1761689" y="736288"/>
          <a:ext cx="8204432" cy="5706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36960" imgH="2738880" progId="">
                  <p:embed/>
                </p:oleObj>
              </mc:Choice>
              <mc:Fallback>
                <p:oleObj r:id="rId2" imgW="3936960" imgH="27388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1689" y="736288"/>
                        <a:ext cx="8204432" cy="57067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CF4F8C1-981E-EA1C-3CCA-4482B3FC233E}"/>
              </a:ext>
            </a:extLst>
          </p:cNvPr>
          <p:cNvSpPr txBox="1"/>
          <p:nvPr/>
        </p:nvSpPr>
        <p:spPr>
          <a:xfrm>
            <a:off x="4983061" y="310393"/>
            <a:ext cx="12410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aseline="30000" dirty="0"/>
              <a:t>1</a:t>
            </a:r>
            <a:r>
              <a:rPr lang="en-US" altLang="ko-KR" sz="4000" dirty="0"/>
              <a:t>sig-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44989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01ECD7FA-1610-054F-52A8-6741D9003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663853"/>
              </p:ext>
            </p:extLst>
          </p:nvPr>
        </p:nvGraphicFramePr>
        <p:xfrm>
          <a:off x="1602298" y="544919"/>
          <a:ext cx="8741328" cy="593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68640" imgH="2694240" progId="">
                  <p:embed/>
                </p:oleObj>
              </mc:Choice>
              <mc:Fallback>
                <p:oleObj r:id="rId2" imgW="3968640" imgH="26942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2298" y="544919"/>
                        <a:ext cx="8741328" cy="5933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EAAFAC2-2B17-9E8C-D1A4-FFB6739051F1}"/>
              </a:ext>
            </a:extLst>
          </p:cNvPr>
          <p:cNvSpPr txBox="1"/>
          <p:nvPr/>
        </p:nvSpPr>
        <p:spPr>
          <a:xfrm>
            <a:off x="5167619" y="285226"/>
            <a:ext cx="13901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aseline="30000" dirty="0"/>
              <a:t>1</a:t>
            </a:r>
            <a:r>
              <a:rPr lang="en-US" altLang="ko-KR" sz="4000" dirty="0"/>
              <a:t>sig+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7988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6E3180B8-CAF3-4678-1BDF-8D78803F7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094525"/>
              </p:ext>
            </p:extLst>
          </p:nvPr>
        </p:nvGraphicFramePr>
        <p:xfrm>
          <a:off x="1837189" y="612351"/>
          <a:ext cx="8321879" cy="5764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83040" imgH="2759040" progId="">
                  <p:embed/>
                </p:oleObj>
              </mc:Choice>
              <mc:Fallback>
                <p:oleObj r:id="rId2" imgW="3983040" imgH="27590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7189" y="612351"/>
                        <a:ext cx="8321879" cy="5764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FA7B2E4-F6D1-5071-DDB3-2EB73342327C}"/>
              </a:ext>
            </a:extLst>
          </p:cNvPr>
          <p:cNvSpPr txBox="1"/>
          <p:nvPr/>
        </p:nvSpPr>
        <p:spPr>
          <a:xfrm>
            <a:off x="5303795" y="127088"/>
            <a:ext cx="792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aseline="30000" dirty="0"/>
              <a:t>3</a:t>
            </a:r>
            <a:r>
              <a:rPr lang="en-US" altLang="ko-KR" sz="4000" dirty="0"/>
              <a:t>Pi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9872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243F2F5C-4945-7BCD-9BF1-BF238EE8C5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923047"/>
              </p:ext>
            </p:extLst>
          </p:nvPr>
        </p:nvGraphicFramePr>
        <p:xfrm>
          <a:off x="1988192" y="804850"/>
          <a:ext cx="7977930" cy="5588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70080" imgH="2782080" progId="">
                  <p:embed/>
                </p:oleObj>
              </mc:Choice>
              <mc:Fallback>
                <p:oleObj r:id="rId2" imgW="3970080" imgH="27820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8192" y="804850"/>
                        <a:ext cx="7977930" cy="5588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0B36B82-97D0-AB7C-36A4-0103BA494752}"/>
              </a:ext>
            </a:extLst>
          </p:cNvPr>
          <p:cNvSpPr txBox="1"/>
          <p:nvPr/>
        </p:nvSpPr>
        <p:spPr>
          <a:xfrm>
            <a:off x="5475477" y="110509"/>
            <a:ext cx="12410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aseline="30000" dirty="0"/>
              <a:t>3</a:t>
            </a:r>
            <a:r>
              <a:rPr lang="en-US" altLang="ko-KR" sz="4000" dirty="0"/>
              <a:t>sig-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77091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662F617D-E471-3DB8-5034-7CB858469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475212"/>
              </p:ext>
            </p:extLst>
          </p:nvPr>
        </p:nvGraphicFramePr>
        <p:xfrm>
          <a:off x="1686187" y="612365"/>
          <a:ext cx="8296711" cy="5901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36960" imgH="2800800" progId="">
                  <p:embed/>
                </p:oleObj>
              </mc:Choice>
              <mc:Fallback>
                <p:oleObj r:id="rId2" imgW="3936960" imgH="2800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6187" y="612365"/>
                        <a:ext cx="8296711" cy="5901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C2BB8A-19F5-1ECB-1D89-12D5E3572F4A}"/>
              </a:ext>
            </a:extLst>
          </p:cNvPr>
          <p:cNvSpPr txBox="1"/>
          <p:nvPr/>
        </p:nvSpPr>
        <p:spPr>
          <a:xfrm>
            <a:off x="5016617" y="344264"/>
            <a:ext cx="13901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aseline="30000" dirty="0"/>
              <a:t>3</a:t>
            </a:r>
            <a:r>
              <a:rPr lang="en-US" altLang="ko-KR" sz="4000" dirty="0"/>
              <a:t>sig+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15092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</Words>
  <Application>Microsoft Office PowerPoint</Application>
  <PresentationFormat>와이드스크린</PresentationFormat>
  <Paragraphs>6</Paragraphs>
  <Slides>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2</cp:revision>
  <dcterms:created xsi:type="dcterms:W3CDTF">2022-10-20T17:42:56Z</dcterms:created>
  <dcterms:modified xsi:type="dcterms:W3CDTF">2022-10-20T17:57:19Z</dcterms:modified>
</cp:coreProperties>
</file>